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623393-2D1D-D918-900E-87E666BBD973}" v="4" dt="2026-03-26T20:22:04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6B623393-2D1D-D918-900E-87E666BBD973}"/>
    <pc:docChg chg="modSld">
      <pc:chgData name="" userId="" providerId="" clId="Web-{6B623393-2D1D-D918-900E-87E666BBD973}" dt="2026-03-26T20:21:58.046" v="0" actId="20577"/>
      <pc:docMkLst>
        <pc:docMk/>
      </pc:docMkLst>
      <pc:sldChg chg="modSp">
        <pc:chgData name="" userId="" providerId="" clId="Web-{6B623393-2D1D-D918-900E-87E666BBD973}" dt="2026-03-26T20:21:58.046" v="0" actId="20577"/>
        <pc:sldMkLst>
          <pc:docMk/>
          <pc:sldMk cId="109857222" sldId="256"/>
        </pc:sldMkLst>
        <pc:spChg chg="mod">
          <ac:chgData name="" userId="" providerId="" clId="Web-{6B623393-2D1D-D918-900E-87E666BBD973}" dt="2026-03-26T20:21:58.046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Wayne X Manacchio" userId="S::wayne_x_manacchio@glic.com::9ecd3706-0d3b-475c-8ed1-713b9f38cbbe" providerId="AD" clId="Web-{6B623393-2D1D-D918-900E-87E666BBD973}"/>
    <pc:docChg chg="addSld modSld">
      <pc:chgData name="Wayne X Manacchio" userId="S::wayne_x_manacchio@glic.com::9ecd3706-0d3b-475c-8ed1-713b9f38cbbe" providerId="AD" clId="Web-{6B623393-2D1D-D918-900E-87E666BBD973}" dt="2026-03-26T20:22:04.875" v="2"/>
      <pc:docMkLst>
        <pc:docMk/>
      </pc:docMkLst>
      <pc:sldChg chg="modSp">
        <pc:chgData name="Wayne X Manacchio" userId="S::wayne_x_manacchio@glic.com::9ecd3706-0d3b-475c-8ed1-713b9f38cbbe" providerId="AD" clId="Web-{6B623393-2D1D-D918-900E-87E666BBD973}" dt="2026-03-26T20:21:58.765" v="0" actId="20577"/>
        <pc:sldMkLst>
          <pc:docMk/>
          <pc:sldMk cId="109857222" sldId="256"/>
        </pc:sldMkLst>
        <pc:spChg chg="mod">
          <ac:chgData name="Wayne X Manacchio" userId="S::wayne_x_manacchio@glic.com::9ecd3706-0d3b-475c-8ed1-713b9f38cbbe" providerId="AD" clId="Web-{6B623393-2D1D-D918-900E-87E666BBD973}" dt="2026-03-26T20:21:58.765" v="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addSp delSp modSp new">
        <pc:chgData name="Wayne X Manacchio" userId="S::wayne_x_manacchio@glic.com::9ecd3706-0d3b-475c-8ed1-713b9f38cbbe" providerId="AD" clId="Web-{6B623393-2D1D-D918-900E-87E666BBD973}" dt="2026-03-26T20:22:04.875" v="2"/>
        <pc:sldMkLst>
          <pc:docMk/>
          <pc:sldMk cId="788285308" sldId="257"/>
        </pc:sldMkLst>
        <pc:spChg chg="del">
          <ac:chgData name="Wayne X Manacchio" userId="S::wayne_x_manacchio@glic.com::9ecd3706-0d3b-475c-8ed1-713b9f38cbbe" providerId="AD" clId="Web-{6B623393-2D1D-D918-900E-87E666BBD973}" dt="2026-03-26T20:22:04.875" v="2"/>
          <ac:spMkLst>
            <pc:docMk/>
            <pc:sldMk cId="788285308" sldId="257"/>
            <ac:spMk id="3" creationId="{EC8E4177-BF81-FB05-42CB-94DB6A5D5B1F}"/>
          </ac:spMkLst>
        </pc:spChg>
        <pc:graphicFrameChg chg="add mod ord modGraphic">
          <ac:chgData name="Wayne X Manacchio" userId="S::wayne_x_manacchio@glic.com::9ecd3706-0d3b-475c-8ed1-713b9f38cbbe" providerId="AD" clId="Web-{6B623393-2D1D-D918-900E-87E666BBD973}" dt="2026-03-26T20:22:04.875" v="2"/>
          <ac:graphicFrameMkLst>
            <pc:docMk/>
            <pc:sldMk cId="788285308" sldId="257"/>
            <ac:graphicFrameMk id="5" creationId="{5C258961-E244-370A-A49A-E5E483289A0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49B8-AC94-E4A9-CAB2-818FBFCA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C258961-E244-370A-A49A-E5E483289A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8" cy="182514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45099263"/>
                    </a:ext>
                  </a:extLst>
                </a:gridCol>
                <a:gridCol w="7010399">
                  <a:extLst>
                    <a:ext uri="{9D8B030D-6E8A-4147-A177-3AD203B41FA5}">
                      <a16:colId xmlns:a16="http://schemas.microsoft.com/office/drawing/2014/main" val="292803312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171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51177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33379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421-37-1397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07785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59607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305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6107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62975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1369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1619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4822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90974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6554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62304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9932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6172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05599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91997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2218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30688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67212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48707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93525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0406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76634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01914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27635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56813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3471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364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13848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8004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21182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421-37-1398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09456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106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9598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170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75349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17863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6627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15289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15139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59859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5907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5154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52009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01644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18266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89734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32175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98436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37606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59745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14437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0851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3895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75486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2214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783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74245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68356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14392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91149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421-37-1399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47597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92056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8164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9870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64785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6213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6672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966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64463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0515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895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97693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09497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88917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8691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5889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13247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3907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07883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87594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03911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673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01812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81500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19298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1043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0753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84473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88394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4016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58497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1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861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19784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2549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37695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4958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28534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7489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8409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255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4115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88124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57908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58785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5223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05436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53583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45798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46477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1949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12888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7348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7828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41086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5418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5059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27296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4210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01662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62845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36554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7343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30569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54593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00166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12047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45488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05427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50792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5874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89979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38617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3840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91923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14903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56636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7951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836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352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63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639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973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316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129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66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519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471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772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035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54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82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666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92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270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505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046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813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98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181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044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70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73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43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655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121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331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593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269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678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547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903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98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0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5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0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829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100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48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44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896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9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032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333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47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74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34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02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736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88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34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271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2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121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94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050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318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174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25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3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4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8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766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727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2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405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576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360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395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416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866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568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277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55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775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29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54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76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53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179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6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818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01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08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804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2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784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855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509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197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40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94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25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978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346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82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43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936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77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34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93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23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48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52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94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12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949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247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539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582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974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1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55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188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4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0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043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803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290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830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7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66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045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06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9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41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814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972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777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016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7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90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0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80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79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2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394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7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529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23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782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01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510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96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49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141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1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1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49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562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07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62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1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81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97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476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774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736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071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820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76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86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66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296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968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325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54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712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109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233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19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392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97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29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92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25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933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597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286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846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628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936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657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20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57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96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800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393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4183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493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93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066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52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061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920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042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937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064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608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613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06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412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266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16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548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598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39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526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95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958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438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103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584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597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009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13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115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2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694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07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015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67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710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76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787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87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532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890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661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2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378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724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21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79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50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65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89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286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28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64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878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080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870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4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212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9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66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80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89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062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856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03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860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84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683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5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24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226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962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90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544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194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748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0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53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281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44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33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13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0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605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02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608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11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519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49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934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065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391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28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196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685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555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211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040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69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271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101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2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38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79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322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443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49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26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588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08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26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121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62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171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58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420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226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426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224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553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52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77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74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8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650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46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44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487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43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605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445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37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017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561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194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007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303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587-03-2698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766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687-05-8381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688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751-01-2343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44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624-84-9197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78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514-30-2684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32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451-80-3542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885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404-12-2170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61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505-88-5730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18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461-97-5676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773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172-32-1192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36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151-32-2574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068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489-36-8367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342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514-14-8922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42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690-05-5332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788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421-37-1413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322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458-02-6141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044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612-20-6849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922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300-62-3283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972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660-03-8377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064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213-46-8932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365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449-48-3152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836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559-81-1318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352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322-84-2298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703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646-44-9078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09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465-73-5039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416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044-34-6971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274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477-36-0299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848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421-90-3457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886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524-02-7674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839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SSN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205-52-0044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389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28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039a7f-e11d-4292-b007-6436da655dec">
      <Terms xmlns="http://schemas.microsoft.com/office/infopath/2007/PartnerControls"/>
    </lcf76f155ced4ddcb4097134ff3c332f>
    <TaxCatchAll xmlns="5bfafde0-33e1-484e-a543-e2c5fedb94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F0B2D5693F81449C63E80B22F995F2" ma:contentTypeVersion="10" ma:contentTypeDescription="Create a new document." ma:contentTypeScope="" ma:versionID="30c0e13badff4393b6f64c2e6d36e1a4">
  <xsd:schema xmlns:xsd="http://www.w3.org/2001/XMLSchema" xmlns:xs="http://www.w3.org/2001/XMLSchema" xmlns:p="http://schemas.microsoft.com/office/2006/metadata/properties" xmlns:ns2="ab039a7f-e11d-4292-b007-6436da655dec" xmlns:ns3="5bfafde0-33e1-484e-a543-e2c5fedb94a9" targetNamespace="http://schemas.microsoft.com/office/2006/metadata/properties" ma:root="true" ma:fieldsID="ccdb6593f4f95dfd57e811dcbf198ed5" ns2:_="" ns3:_="">
    <xsd:import namespace="ab039a7f-e11d-4292-b007-6436da655dec"/>
    <xsd:import namespace="5bfafde0-33e1-484e-a543-e2c5fedb9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39a7f-e11d-4292-b007-6436da655d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a239e80-e764-4ac7-9724-49dc970ee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fafde0-33e1-484e-a543-e2c5fedb94a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0d9c898c-1b30-4216-9d38-84077e2a9243}" ma:internalName="TaxCatchAll" ma:showField="CatchAllData" ma:web="5bfafde0-33e1-484e-a543-e2c5fedb9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E9632A-76CB-450A-B7AD-DCFA69669FDD}">
  <ds:schemaRefs>
    <ds:schemaRef ds:uri="http://schemas.microsoft.com/office/2006/metadata/properties"/>
    <ds:schemaRef ds:uri="http://schemas.microsoft.com/office/infopath/2007/PartnerControls"/>
    <ds:schemaRef ds:uri="ab039a7f-e11d-4292-b007-6436da655dec"/>
    <ds:schemaRef ds:uri="5bfafde0-33e1-484e-a543-e2c5fedb94a9"/>
  </ds:schemaRefs>
</ds:datastoreItem>
</file>

<file path=customXml/itemProps2.xml><?xml version="1.0" encoding="utf-8"?>
<ds:datastoreItem xmlns:ds="http://schemas.openxmlformats.org/officeDocument/2006/customXml" ds:itemID="{A0D347F0-C692-407F-8D94-E388F98825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EFD7B5-3AB2-463C-909C-50EC9F074F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039a7f-e11d-4292-b007-6436da655dec"/>
    <ds:schemaRef ds:uri="5bfafde0-33e1-484e-a543-e2c5fedb94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test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2026-03-26T20:21:50Z</dcterms:created>
  <dcterms:modified xsi:type="dcterms:W3CDTF">2026-03-26T20:22:05Z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0x01010052F0B2D5693F81449C63E80B22F995F2</vt:lpwstr>
  </property>
  <property fmtid="{D5CDD505-2E9C-101B-9397-08002B2CF9AE}" pid="3" name="MediaServiceImageTags">
    <vt:lpwstr/>
  </property>
</Properties>
</file>